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f542512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f542512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ext.nazia.iqbal@bracu.ac.b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join.slack.com/t/cse111spring2026/signup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ux-home.bracu.ac.bd/courses/course-v1:buX+CSE111+2026_Spring/abou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orms.gle/2waR7q3KeTTWHwXL8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tiny.cc/TAWjava" TargetMode="External"/><Relationship Id="rId4" Type="http://schemas.openxmlformats.org/officeDocument/2006/relationships/hyperlink" Target="http://tiny.cc/drJavaMac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0" y="1701300"/>
            <a:ext cx="8520600" cy="21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 sz="2800"/>
              <a:t>Course Title: Programming Language II</a:t>
            </a:r>
            <a:endParaRPr b="1" sz="2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 sz="2800"/>
              <a:t>Course Code: CSE111</a:t>
            </a:r>
            <a:endParaRPr b="1" sz="2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 sz="2800"/>
              <a:t>Semester: Spring 2026</a:t>
            </a:r>
            <a:endParaRPr b="1" sz="4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ctrTitle"/>
          </p:nvPr>
        </p:nvSpPr>
        <p:spPr>
          <a:xfrm>
            <a:off x="311700" y="744575"/>
            <a:ext cx="85206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700"/>
              <a:t>Faculty Information</a:t>
            </a:r>
            <a:endParaRPr sz="3700"/>
          </a:p>
        </p:txBody>
      </p:sp>
      <p:sp>
        <p:nvSpPr>
          <p:cNvPr id="105" name="Google Shape;105;p26"/>
          <p:cNvSpPr txBox="1"/>
          <p:nvPr>
            <p:ph idx="1" type="subTitle"/>
          </p:nvPr>
        </p:nvSpPr>
        <p:spPr>
          <a:xfrm>
            <a:off x="311700" y="1810950"/>
            <a:ext cx="8892000" cy="2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Name: Khondoker Nazia Iqbal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Faculty Initial: KNI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Email: </a:t>
            </a:r>
            <a:r>
              <a:rPr lang="en" u="sng">
                <a:solidFill>
                  <a:schemeClr val="hlink"/>
                </a:solidFill>
                <a:hlinkClick r:id="rId3"/>
              </a:rPr>
              <a:t>nazia.iqbal@bracu.ac.bd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Room Number: </a:t>
            </a:r>
            <a:r>
              <a:rPr lang="en" sz="2500"/>
              <a:t>4K86 (4th Floor, K Sub-zone, Desk No: 86)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 sz="2100"/>
              <a:t>Slack Workspace Link:</a:t>
            </a:r>
            <a:br>
              <a:rPr b="1" lang="en" sz="2100"/>
            </a:br>
            <a:br>
              <a:rPr b="1" lang="en" sz="2100"/>
            </a:br>
            <a:endParaRPr b="1" sz="5500"/>
          </a:p>
        </p:txBody>
      </p:sp>
      <p:sp>
        <p:nvSpPr>
          <p:cNvPr id="111" name="Google Shape;111;p27"/>
          <p:cNvSpPr txBox="1"/>
          <p:nvPr>
            <p:ph idx="1" type="subTitle"/>
          </p:nvPr>
        </p:nvSpPr>
        <p:spPr>
          <a:xfrm>
            <a:off x="311700" y="1810950"/>
            <a:ext cx="85206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651">
                <a:solidFill>
                  <a:srgbClr val="313131"/>
                </a:solidFill>
                <a:highlight>
                  <a:srgbClr val="FFFFFF"/>
                </a:highlight>
              </a:rPr>
              <a:t>Please join slack workspace for CSE111 course by the following link:</a:t>
            </a:r>
            <a:endParaRPr sz="6651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851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851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https://join.slack.com/t/cse111spring2026/signup</a:t>
            </a:r>
            <a:endParaRPr sz="5851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500">
              <a:solidFill>
                <a:srgbClr val="313131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05503"/>
              <a:buNone/>
            </a:pPr>
            <a:r>
              <a:t/>
            </a:r>
            <a:endParaRPr sz="54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ctrTitle"/>
          </p:nvPr>
        </p:nvSpPr>
        <p:spPr>
          <a:xfrm>
            <a:off x="311708" y="7582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500"/>
              <a:t>buX</a:t>
            </a:r>
            <a:endParaRPr b="1" sz="4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https://bux-home.bracu.ac.bd/courses/course-v1:buX+CSE111+2026_Spring/about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ctrTitle"/>
          </p:nvPr>
        </p:nvSpPr>
        <p:spPr>
          <a:xfrm>
            <a:off x="311708" y="4278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300"/>
              <a:t>Consultation Slots</a:t>
            </a:r>
            <a:endParaRPr b="1" sz="3300"/>
          </a:p>
        </p:txBody>
      </p:sp>
      <p:sp>
        <p:nvSpPr>
          <p:cNvPr id="122" name="Google Shape;122;p29"/>
          <p:cNvSpPr txBox="1"/>
          <p:nvPr>
            <p:ph idx="1" type="subTitle"/>
          </p:nvPr>
        </p:nvSpPr>
        <p:spPr>
          <a:xfrm>
            <a:off x="311700" y="26240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50"/>
              <a:t>Will be provided soon</a:t>
            </a:r>
            <a:endParaRPr sz="1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ctrTitle"/>
          </p:nvPr>
        </p:nvSpPr>
        <p:spPr>
          <a:xfrm>
            <a:off x="311700" y="14754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2592"/>
              <a:buNone/>
            </a:pPr>
            <a:r>
              <a:rPr b="1" lang="en" sz="3000"/>
              <a:t>Student Information Form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0026"/>
              <a:buNone/>
            </a:pPr>
            <a:r>
              <a:rPr lang="en" sz="2222"/>
              <a:t>If you still haven’t fill up the below form, please fill it up with all necessary information</a:t>
            </a:r>
            <a:endParaRPr sz="2222"/>
          </a:p>
        </p:txBody>
      </p:sp>
      <p:sp>
        <p:nvSpPr>
          <p:cNvPr id="128" name="Google Shape;128;p30"/>
          <p:cNvSpPr txBox="1"/>
          <p:nvPr>
            <p:ph idx="1" type="subTitle"/>
          </p:nvPr>
        </p:nvSpPr>
        <p:spPr>
          <a:xfrm>
            <a:off x="311700" y="23312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https://forms.gle/2waR7q3KeTTWHwXL8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/>
              <a:t>Marks Distribution</a:t>
            </a:r>
            <a:endParaRPr b="1" u="sng"/>
          </a:p>
        </p:txBody>
      </p:sp>
      <p:sp>
        <p:nvSpPr>
          <p:cNvPr id="134" name="Google Shape;134;p31"/>
          <p:cNvSpPr txBox="1"/>
          <p:nvPr>
            <p:ph idx="1" type="body"/>
          </p:nvPr>
        </p:nvSpPr>
        <p:spPr>
          <a:xfrm>
            <a:off x="311700" y="863550"/>
            <a:ext cx="8779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300">
                <a:solidFill>
                  <a:schemeClr val="dk1"/>
                </a:solidFill>
              </a:rPr>
              <a:t>Attendance        </a:t>
            </a:r>
            <a:r>
              <a:rPr b="1" lang="en" sz="2000">
                <a:solidFill>
                  <a:srgbClr val="FF0000"/>
                </a:solidFill>
              </a:rPr>
              <a:t>70% Attendance Mandatory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300">
                <a:solidFill>
                  <a:schemeClr val="dk1"/>
                </a:solidFill>
              </a:rPr>
              <a:t>Quiz - 20 </a:t>
            </a:r>
            <a:r>
              <a:rPr lang="en" sz="2300">
                <a:solidFill>
                  <a:schemeClr val="dk1"/>
                </a:solidFill>
              </a:rPr>
              <a:t>          </a:t>
            </a:r>
            <a:r>
              <a:rPr lang="en" sz="2300">
                <a:solidFill>
                  <a:schemeClr val="dk1"/>
                </a:solidFill>
              </a:rPr>
              <a:t>Best (n-1) quizzes will be counted   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300">
                <a:solidFill>
                  <a:schemeClr val="dk1"/>
                </a:solidFill>
              </a:rPr>
              <a:t>Midterm - 25     (Central Exam) </a:t>
            </a:r>
            <a:r>
              <a:rPr lang="en" sz="2000">
                <a:solidFill>
                  <a:schemeClr val="dk1"/>
                </a:solidFill>
              </a:rPr>
              <a:t>(</a:t>
            </a:r>
            <a:r>
              <a:rPr lang="en" sz="2000">
                <a:solidFill>
                  <a:schemeClr val="dk1"/>
                </a:solidFill>
              </a:rPr>
              <a:t>Mar 31, 2026</a:t>
            </a:r>
            <a:r>
              <a:rPr lang="en" sz="2000">
                <a:solidFill>
                  <a:schemeClr val="dk1"/>
                </a:solidFill>
              </a:rPr>
              <a:t>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300">
                <a:solidFill>
                  <a:schemeClr val="dk1"/>
                </a:solidFill>
              </a:rPr>
              <a:t>Lab - 25            </a:t>
            </a:r>
            <a:r>
              <a:rPr lang="en" sz="1900">
                <a:solidFill>
                  <a:schemeClr val="dk1"/>
                </a:solidFill>
              </a:rPr>
              <a:t>(All the labs will be counted + </a:t>
            </a:r>
            <a:r>
              <a:rPr b="1" lang="en" sz="1900">
                <a:solidFill>
                  <a:srgbClr val="FF0000"/>
                </a:solidFill>
              </a:rPr>
              <a:t>90% Attendance Mandatory</a:t>
            </a:r>
            <a:r>
              <a:rPr lang="en" sz="1900">
                <a:solidFill>
                  <a:schemeClr val="dk1"/>
                </a:solidFill>
              </a:rPr>
              <a:t>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2300">
                <a:solidFill>
                  <a:schemeClr val="dk1"/>
                </a:solidFill>
              </a:rPr>
              <a:t>Final - 30          (Central Exam) (</a:t>
            </a:r>
            <a:r>
              <a:rPr lang="en" sz="2300">
                <a:solidFill>
                  <a:schemeClr val="dk1"/>
                </a:solidFill>
              </a:rPr>
              <a:t>May 14, 2026</a:t>
            </a:r>
            <a:r>
              <a:rPr lang="en" sz="2300">
                <a:solidFill>
                  <a:schemeClr val="dk1"/>
                </a:solidFill>
              </a:rPr>
              <a:t>)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Installing IDE</a:t>
            </a:r>
            <a:endParaRPr/>
          </a:p>
        </p:txBody>
      </p:sp>
      <p:sp>
        <p:nvSpPr>
          <p:cNvPr id="140" name="Google Shape;14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Windows: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http://tiny.cc/TAWjava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MAC: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http://tiny.cc/drJavaMac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600"/>
              <a:t>THANK YOU!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